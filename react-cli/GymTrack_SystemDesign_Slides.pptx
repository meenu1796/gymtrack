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4A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 — REACT NATIVE CLI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Dependencies &amp; Native Setup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packages are bare RN CLI compatible — no Expo runtime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292608"/>
          </a:xfrm>
          <a:prstGeom prst="roundRect">
            <a:avLst>
              <a:gd name="adj" fmla="val 31250"/>
            </a:avLst>
          </a:prstGeom>
          <a:solidFill>
            <a:srgbClr val="161B28"/>
          </a:solidFill>
          <a:ln w="6350">
            <a:solidFill>
              <a:srgbClr val="1A20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89888"/>
            <a:ext cx="73152" cy="164592"/>
          </a:xfrm>
          <a:prstGeom prst="roundRect">
            <a:avLst>
              <a:gd name="adj" fmla="val 37500"/>
            </a:avLst>
          </a:prstGeom>
          <a:solidFill>
            <a:srgbClr val="4A9EE8"/>
          </a:solidFill>
          <a:ln w="12700">
            <a:solidFill>
              <a:srgbClr val="4A9E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8074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CLI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063240" y="138074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0.76+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40480" y="1380744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framework — full native control, no Expo overhead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1664208"/>
            <a:ext cx="8412480" cy="292608"/>
          </a:xfrm>
          <a:prstGeom prst="roundRect">
            <a:avLst>
              <a:gd name="adj" fmla="val 31250"/>
            </a:avLst>
          </a:prstGeom>
          <a:solidFill>
            <a:srgbClr val="161B28"/>
          </a:solidFill>
          <a:ln w="6350">
            <a:solidFill>
              <a:srgbClr val="1A20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728216"/>
            <a:ext cx="73152" cy="164592"/>
          </a:xfrm>
          <a:prstGeom prst="roundRect">
            <a:avLst>
              <a:gd name="adj" fmla="val 37500"/>
            </a:avLst>
          </a:prstGeom>
          <a:solidFill>
            <a:srgbClr val="38C49A"/>
          </a:solidFill>
          <a:ln w="12700">
            <a:solidFill>
              <a:srgbClr val="38C4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71907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063240" y="171907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C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5.x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40480" y="1719072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safety across the entire codebase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" y="2002536"/>
            <a:ext cx="8412480" cy="292608"/>
          </a:xfrm>
          <a:prstGeom prst="roundRect">
            <a:avLst>
              <a:gd name="adj" fmla="val 31250"/>
            </a:avLst>
          </a:prstGeom>
          <a:solidFill>
            <a:srgbClr val="161B28"/>
          </a:solidFill>
          <a:ln w="6350">
            <a:solidFill>
              <a:srgbClr val="1A203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066544"/>
            <a:ext cx="73152" cy="164592"/>
          </a:xfrm>
          <a:prstGeom prst="roundRect">
            <a:avLst>
              <a:gd name="adj" fmla="val 37500"/>
            </a:avLst>
          </a:prstGeom>
          <a:solidFill>
            <a:srgbClr val="A07AE8"/>
          </a:solidFill>
          <a:ln w="12700">
            <a:solidFill>
              <a:srgbClr val="A07A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0574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Navigation v6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063240" y="2057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07A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6.x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840480" y="205740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+ Tab navigation (replaces Expo Router)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65760" y="2340864"/>
            <a:ext cx="8412480" cy="292608"/>
          </a:xfrm>
          <a:prstGeom prst="roundRect">
            <a:avLst>
              <a:gd name="adj" fmla="val 31250"/>
            </a:avLst>
          </a:prstGeom>
          <a:solidFill>
            <a:srgbClr val="161B28"/>
          </a:solidFill>
          <a:ln w="6350">
            <a:solidFill>
              <a:srgbClr val="1A20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404872"/>
            <a:ext cx="73152" cy="164592"/>
          </a:xfrm>
          <a:prstGeom prst="roundRect">
            <a:avLst>
              <a:gd name="adj" fmla="val 37500"/>
            </a:avLst>
          </a:prstGeom>
          <a:solidFill>
            <a:srgbClr val="E8C040"/>
          </a:solidFill>
          <a:ln w="12700">
            <a:solidFill>
              <a:srgbClr val="E8C0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39572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react-native-reanimated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063240" y="239572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3.x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840480" y="2395728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60fps UI-thread animations via Reanimated worklets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2679192"/>
            <a:ext cx="8412480" cy="292608"/>
          </a:xfrm>
          <a:prstGeom prst="roundRect">
            <a:avLst>
              <a:gd name="adj" fmla="val 31250"/>
            </a:avLst>
          </a:prstGeom>
          <a:solidFill>
            <a:srgbClr val="161B28"/>
          </a:solidFill>
          <a:ln w="6350">
            <a:solidFill>
              <a:srgbClr val="1A203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2743200"/>
            <a:ext cx="73152" cy="164592"/>
          </a:xfrm>
          <a:prstGeom prst="roundRect">
            <a:avLst>
              <a:gd name="adj" fmla="val 37500"/>
            </a:avLst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73405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react-native-svg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063240" y="273405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15.x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40480" y="2734056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Renders the muscle map SVG avatar paths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5760" y="3017520"/>
            <a:ext cx="8412480" cy="292608"/>
          </a:xfrm>
          <a:prstGeom prst="roundRect">
            <a:avLst>
              <a:gd name="adj" fmla="val 31250"/>
            </a:avLst>
          </a:prstGeom>
          <a:solidFill>
            <a:srgbClr val="161B28"/>
          </a:solidFill>
          <a:ln w="6350">
            <a:solidFill>
              <a:srgbClr val="1A203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3081528"/>
            <a:ext cx="73152" cy="164592"/>
          </a:xfrm>
          <a:prstGeom prst="roundRect">
            <a:avLst>
              <a:gd name="adj" fmla="val 37500"/>
            </a:avLst>
          </a:prstGeom>
          <a:solidFill>
            <a:srgbClr val="38C49A"/>
          </a:solidFill>
          <a:ln w="12700">
            <a:solidFill>
              <a:srgbClr val="38C4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07238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063240" y="30723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C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5.x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840480" y="3072384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global state — gender, active muscle, flip state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3355848"/>
            <a:ext cx="8412480" cy="292608"/>
          </a:xfrm>
          <a:prstGeom prst="roundRect">
            <a:avLst>
              <a:gd name="adj" fmla="val 31250"/>
            </a:avLst>
          </a:prstGeom>
          <a:solidFill>
            <a:srgbClr val="161B28"/>
          </a:solidFill>
          <a:ln w="6350">
            <a:solidFill>
              <a:srgbClr val="1A203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3419856"/>
            <a:ext cx="73152" cy="164592"/>
          </a:xfrm>
          <a:prstGeom prst="roundRect">
            <a:avLst>
              <a:gd name="adj" fmla="val 37500"/>
            </a:avLst>
          </a:prstGeom>
          <a:solidFill>
            <a:srgbClr val="E07840"/>
          </a:solidFill>
          <a:ln w="12700">
            <a:solidFill>
              <a:srgbClr val="E078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41071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@react-native-async-storage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063240" y="341071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078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2.x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840480" y="3410712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 user preferences (gender selection) locally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3694176"/>
            <a:ext cx="8412480" cy="292608"/>
          </a:xfrm>
          <a:prstGeom prst="roundRect">
            <a:avLst>
              <a:gd name="adj" fmla="val 31250"/>
            </a:avLst>
          </a:prstGeom>
          <a:solidFill>
            <a:srgbClr val="161B28"/>
          </a:solidFill>
          <a:ln w="6350">
            <a:solidFill>
              <a:srgbClr val="1A203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1480" y="3758184"/>
            <a:ext cx="73152" cy="164592"/>
          </a:xfrm>
          <a:prstGeom prst="roundRect">
            <a:avLst>
              <a:gd name="adj" fmla="val 37500"/>
            </a:avLst>
          </a:prstGeom>
          <a:solidFill>
            <a:srgbClr val="8870E8"/>
          </a:solidFill>
          <a:ln w="12700">
            <a:solidFill>
              <a:srgbClr val="8870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749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react-native-vector-icons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063240" y="37490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70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10.x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840480" y="3749040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Home, back, and toggle icons throughout the app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65760" y="4032504"/>
            <a:ext cx="8412480" cy="292608"/>
          </a:xfrm>
          <a:prstGeom prst="roundRect">
            <a:avLst>
              <a:gd name="adj" fmla="val 31250"/>
            </a:avLst>
          </a:prstGeom>
          <a:solidFill>
            <a:srgbClr val="161B28"/>
          </a:solidFill>
          <a:ln w="6350">
            <a:solidFill>
              <a:srgbClr val="1A203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1480" y="4096512"/>
            <a:ext cx="73152" cy="164592"/>
          </a:xfrm>
          <a:prstGeom prst="roundRect">
            <a:avLst>
              <a:gd name="adj" fmla="val 37500"/>
            </a:avLst>
          </a:prstGeom>
          <a:solidFill>
            <a:srgbClr val="52C07A"/>
          </a:solidFill>
          <a:ln w="12700">
            <a:solidFill>
              <a:srgbClr val="52C07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408736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react-native-splash-screen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063240" y="4087368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C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3.x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840480" y="4087368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launch screen shown before JS bundle loads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365760" y="4370832"/>
            <a:ext cx="8412480" cy="292608"/>
          </a:xfrm>
          <a:prstGeom prst="roundRect">
            <a:avLst>
              <a:gd name="adj" fmla="val 31250"/>
            </a:avLst>
          </a:prstGeom>
          <a:solidFill>
            <a:srgbClr val="161B28"/>
          </a:solidFill>
          <a:ln w="6350">
            <a:solidFill>
              <a:srgbClr val="1A203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1480" y="4434840"/>
            <a:ext cx="73152" cy="164592"/>
          </a:xfrm>
          <a:prstGeom prst="roundRect">
            <a:avLst>
              <a:gd name="adj" fmla="val 37500"/>
            </a:avLst>
          </a:prstGeom>
          <a:solidFill>
            <a:srgbClr val="2A3350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442569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CocoaPods 1.14+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3063240" y="4425696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840480" y="4425696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dependency manager — run pod install after npm install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65760" y="4709160"/>
            <a:ext cx="8412480" cy="292608"/>
          </a:xfrm>
          <a:prstGeom prst="roundRect">
            <a:avLst>
              <a:gd name="adj" fmla="val 31250"/>
            </a:avLst>
          </a:prstGeom>
          <a:solidFill>
            <a:srgbClr val="161B28"/>
          </a:solidFill>
          <a:ln w="6350">
            <a:solidFill>
              <a:srgbClr val="1A203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1480" y="4773168"/>
            <a:ext cx="73152" cy="164592"/>
          </a:xfrm>
          <a:prstGeom prst="roundRect">
            <a:avLst>
              <a:gd name="adj" fmla="val 37500"/>
            </a:avLst>
          </a:prstGeom>
          <a:solidFill>
            <a:srgbClr val="2A3350"/>
          </a:solidFill>
          <a:ln w="12700">
            <a:solidFill>
              <a:srgbClr val="2A335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48640" y="476402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Gradle 8.x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063240" y="476402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840480" y="4764024"/>
            <a:ext cx="4846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native build system — auto-configured by RN CLI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4A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STRUCTURE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CLI bare project — com.rubyx.gymtrack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1280160"/>
            <a:ext cx="8503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GymTrack/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12648" y="1481328"/>
            <a:ext cx="8503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android/    native Android project (Gradle + package: com.rubyx.gymtrack)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905256" y="1682496"/>
            <a:ext cx="8503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A3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AndroidManifest.xml  ·  mipmap-*/icons  ·  drawable/splash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12648" y="1883664"/>
            <a:ext cx="8503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ios/    native iOS project (Xcode + CocoaPods)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905256" y="2084832"/>
            <a:ext cx="8503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A3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LaunchScreen.storyboard  ·  Images.xcassets/AppIcon  ·  Podfile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12648" y="2286000"/>
            <a:ext cx="8503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905256" y="2487168"/>
            <a:ext cx="8503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8C4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screens/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97864" y="2688336"/>
            <a:ext cx="8503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C4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SplashScreen  HomeScreen  BodyMapScreen  ExercisesScreen  PlansScreen  PlanDetailScreen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905256" y="2889504"/>
            <a:ext cx="8503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A9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components/avatar/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97864" y="3090672"/>
            <a:ext cx="8503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9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BodyAvatar.tsx  AvatarSVG.tsx  frontMalePaths.ts  frontFemalePaths.ts  backMalePaths.ts  backFemalePaths.ts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905256" y="3291840"/>
            <a:ext cx="8503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07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components/ui/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197864" y="3493008"/>
            <a:ext cx="8503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07A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GenderToggle  MuscleChip  ExerciseCard  PlanCard  DashboardCard  HomeButton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905256" y="3694176"/>
            <a:ext cx="8503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C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data/    muscleGroups.ts  exercises.ts  workoutPlans.ts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905256" y="3895344"/>
            <a:ext cx="8503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C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store/   appStore.ts  (Zustand — gender, activeMuscle, isShowingFront)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905256" y="4096512"/>
            <a:ext cx="8503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078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theme/   colors.ts  (design tokens)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05256" y="4297680"/>
            <a:ext cx="8503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types/   index.ts  (TypeScript types)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12648" y="4498848"/>
            <a:ext cx="8503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App.tsx    NavigationContainer + RootStack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12648" y="4700016"/>
            <a:ext cx="8503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index.js   AppRegistry.registerComponent('GymTrack', App)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12648" y="4901184"/>
            <a:ext cx="850392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0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babel.config.js   reanimated/plugin must be LAST in plugins array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4A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— REACT NAVIGATION V6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Stack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Stack.Navigator root + Tab.Navigator for main tabs — no Expo Router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0" y="118872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161B28"/>
          </a:solidFill>
          <a:ln w="12700">
            <a:solidFill>
              <a:srgbClr val="4A9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1280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Splash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0" y="214884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161B28"/>
          </a:solidFill>
          <a:ln w="12700">
            <a:solidFill>
              <a:srgbClr val="38C4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2240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MainTabs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(Tab.Navigator)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645920" y="315468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161B28"/>
          </a:solidFill>
          <a:ln w="12700">
            <a:solidFill>
              <a:srgbClr val="A07A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3246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0" y="315468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161B28"/>
          </a:solidFill>
          <a:ln w="12700">
            <a:solidFill>
              <a:srgbClr val="E8C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3246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420624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161B28"/>
          </a:solidFill>
          <a:ln w="12700">
            <a:solidFill>
              <a:srgbClr val="4A9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297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BodyMap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0" y="420624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161B28"/>
          </a:solidFill>
          <a:ln w="12700">
            <a:solidFill>
              <a:srgbClr val="52C0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4297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Exercise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20640" y="420624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161B28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4297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Detail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17720" y="1828800"/>
            <a:ext cx="0" cy="320040"/>
          </a:xfrm>
          <a:prstGeom prst="line">
            <a:avLst/>
          </a:prstGeom>
          <a:noFill/>
          <a:ln w="12700">
            <a:solidFill>
              <a:srgbClr val="1A2030"/>
            </a:solidFill>
            <a:prstDash val="sysDot"/>
          </a:ln>
        </p:spPr>
      </p:sp>
      <p:sp>
        <p:nvSpPr>
          <p:cNvPr id="20" name="Shape 18"/>
          <p:cNvSpPr/>
          <p:nvPr/>
        </p:nvSpPr>
        <p:spPr>
          <a:xfrm>
            <a:off x="4617720" y="2788920"/>
            <a:ext cx="-2011680" cy="365760"/>
          </a:xfrm>
          <a:prstGeom prst="line">
            <a:avLst/>
          </a:prstGeom>
          <a:noFill/>
          <a:ln w="12700">
            <a:solidFill>
              <a:srgbClr val="1A2030"/>
            </a:solidFill>
            <a:prstDash val="sysDot"/>
          </a:ln>
        </p:spPr>
      </p:sp>
      <p:sp>
        <p:nvSpPr>
          <p:cNvPr id="21" name="Shape 19"/>
          <p:cNvSpPr/>
          <p:nvPr/>
        </p:nvSpPr>
        <p:spPr>
          <a:xfrm>
            <a:off x="4617720" y="2788920"/>
            <a:ext cx="2011680" cy="365760"/>
          </a:xfrm>
          <a:prstGeom prst="line">
            <a:avLst/>
          </a:prstGeom>
          <a:noFill/>
          <a:ln w="12700">
            <a:solidFill>
              <a:srgbClr val="1A2030"/>
            </a:solidFill>
            <a:prstDash val="sysDot"/>
          </a:ln>
        </p:spPr>
      </p:sp>
      <p:sp>
        <p:nvSpPr>
          <p:cNvPr id="22" name="Shape 20"/>
          <p:cNvSpPr/>
          <p:nvPr/>
        </p:nvSpPr>
        <p:spPr>
          <a:xfrm>
            <a:off x="2651760" y="3794760"/>
            <a:ext cx="-1280160" cy="411480"/>
          </a:xfrm>
          <a:prstGeom prst="line">
            <a:avLst/>
          </a:prstGeom>
          <a:noFill/>
          <a:ln w="12700">
            <a:solidFill>
              <a:srgbClr val="1A2030"/>
            </a:solidFill>
            <a:prstDash val="sysDot"/>
          </a:ln>
        </p:spPr>
      </p:sp>
      <p:sp>
        <p:nvSpPr>
          <p:cNvPr id="23" name="Shape 21"/>
          <p:cNvSpPr/>
          <p:nvPr/>
        </p:nvSpPr>
        <p:spPr>
          <a:xfrm>
            <a:off x="2651760" y="3794760"/>
            <a:ext cx="1051560" cy="411480"/>
          </a:xfrm>
          <a:prstGeom prst="line">
            <a:avLst/>
          </a:prstGeom>
          <a:noFill/>
          <a:ln w="12700">
            <a:solidFill>
              <a:srgbClr val="1A2030"/>
            </a:solidFill>
            <a:prstDash val="sysDot"/>
          </a:ln>
        </p:spPr>
      </p:sp>
      <p:sp>
        <p:nvSpPr>
          <p:cNvPr id="24" name="Shape 22"/>
          <p:cNvSpPr/>
          <p:nvPr/>
        </p:nvSpPr>
        <p:spPr>
          <a:xfrm>
            <a:off x="6629400" y="3794760"/>
            <a:ext cx="-548640" cy="411480"/>
          </a:xfrm>
          <a:prstGeom prst="line">
            <a:avLst/>
          </a:prstGeom>
          <a:noFill/>
          <a:ln w="12700">
            <a:solidFill>
              <a:srgbClr val="1A2030"/>
            </a:solidFill>
            <a:prstDash val="sysDot"/>
          </a:ln>
        </p:spPr>
      </p:sp>
      <p:sp>
        <p:nvSpPr>
          <p:cNvPr id="25" name="Text 23"/>
          <p:cNvSpPr/>
          <p:nvPr/>
        </p:nvSpPr>
        <p:spPr>
          <a:xfrm>
            <a:off x="4160520" y="190195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navigation.replace('MainTabs')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4663440" y="269748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 switch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371600" y="411480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navigate('BodyMap')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3474720" y="411480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navigate('Exercises', {muscleId})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6080760" y="411480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navigate('PlanDetail', {planId})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A33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difference from Expo Router: navigation is explicit via navigation.navigate() / replace() / goBack() — no file-based routing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4A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CONFIGURATION — REQUIRED MANUAL STEPS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Native File Changes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Expo, these must be edited manually in the native projects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161B28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3502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babel.config.js — Reanimated LAST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75488" y="1572768"/>
            <a:ext cx="38953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 = {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75488" y="1746504"/>
            <a:ext cx="38953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presets: ['module:@react-native/babel-preset'],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75488" y="1920240"/>
            <a:ext cx="38953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plugins: [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5488" y="2093976"/>
            <a:ext cx="38953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A3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... other plugins here ...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75488" y="2267712"/>
            <a:ext cx="38953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05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'react-native-reanimated/plugin', // LAST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75488" y="2441448"/>
            <a:ext cx="38953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75488" y="2615184"/>
            <a:ext cx="38953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663440" y="1261872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161B28"/>
          </a:solidFill>
          <a:ln w="12700">
            <a:solidFill>
              <a:srgbClr val="4A9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33502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AppDelegate.mm — Show Splash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773168" y="1572768"/>
            <a:ext cx="38953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9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#import "RNSplashScreen.h"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773168" y="1746504"/>
            <a:ext cx="38953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773168" y="1920240"/>
            <a:ext cx="38953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(BOOL)application:(UIApplication *)app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773168" y="2093976"/>
            <a:ext cx="38953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didFinishLaunchingWithOptions:(NSDictionary *)opts {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773168" y="2267712"/>
            <a:ext cx="38953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A3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 ... RCTBridge setup ...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773168" y="2441448"/>
            <a:ext cx="38953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C4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[RNSplashScreen show];  // &lt;- add this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773168" y="2615184"/>
            <a:ext cx="38953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YES; }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65760" y="301752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161B28"/>
          </a:solidFill>
          <a:ln w="12700">
            <a:solidFill>
              <a:srgbClr val="52C0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0906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C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MainActivity.kt — Show Splash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5488" y="3328416"/>
            <a:ext cx="38953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C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org.devio.rn.splashscreen.SplashScreen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5488" y="3502152"/>
            <a:ext cx="38953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5488" y="3675888"/>
            <a:ext cx="38953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MainActivity : ReactActivity() {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5488" y="3849624"/>
            <a:ext cx="38953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override fun onCreate(state: Bundle?) {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75488" y="4023360"/>
            <a:ext cx="38953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C4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SplashScreen.show(this)  // &lt;- add this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75488" y="4197096"/>
            <a:ext cx="38953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A3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super.onCreate(null)     // null not state!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75488" y="4370832"/>
            <a:ext cx="38953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663440" y="3017520"/>
            <a:ext cx="4114800" cy="1600200"/>
          </a:xfrm>
          <a:prstGeom prst="roundRect">
            <a:avLst>
              <a:gd name="adj" fmla="val 5714"/>
            </a:avLst>
          </a:prstGeom>
          <a:solidFill>
            <a:srgbClr val="161B28"/>
          </a:solidFill>
          <a:ln w="12700">
            <a:solidFill>
              <a:srgbClr val="E8C0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09067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android/app/build.gradle — Icons Font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73168" y="3328416"/>
            <a:ext cx="38953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A3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At BOTTOM of android/app/build.gradle: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773168" y="3502152"/>
            <a:ext cx="38953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773168" y="3675888"/>
            <a:ext cx="38953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 from: "../../node_modules/" +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773168" y="3849624"/>
            <a:ext cx="38953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C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"react-native-vector-icons/fonts.gradle"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773168" y="4023360"/>
            <a:ext cx="38953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773168" y="4197096"/>
            <a:ext cx="38953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A3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This copies font files into the APK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773168" y="4370832"/>
            <a:ext cx="3895344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A3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so icons render correctly on Android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8C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 After npm install, always run:  cd ios &amp;&amp; pod install &amp;&amp; cd ..   to link new native modules on iOS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4A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DISTRIBUTION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365760" y="4572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Commands &amp; Store Submission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builds, release builds, and publishing — no EAS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161B28"/>
          </a:solidFill>
          <a:ln w="12700">
            <a:solidFill>
              <a:srgbClr val="38C4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35024"/>
            <a:ext cx="3803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8C4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75488" y="1563624"/>
            <a:ext cx="38039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A3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 Metro bundler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75488" y="1728216"/>
            <a:ext cx="38039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react-native start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75488" y="1892808"/>
            <a:ext cx="38039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75488" y="2057400"/>
            <a:ext cx="38039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A3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on iOS simulator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75488" y="2221992"/>
            <a:ext cx="38039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react-native run-ios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75488" y="2386584"/>
            <a:ext cx="38039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75488" y="2551176"/>
            <a:ext cx="38039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A3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 on Android emulator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75488" y="2715768"/>
            <a:ext cx="38039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react-native run-android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72000" y="1261872"/>
            <a:ext cx="4206240" cy="1463040"/>
          </a:xfrm>
          <a:prstGeom prst="roundRect">
            <a:avLst>
              <a:gd name="adj" fmla="val 6250"/>
            </a:avLst>
          </a:prstGeom>
          <a:solidFill>
            <a:srgbClr val="161B28"/>
          </a:solidFill>
          <a:ln w="12700">
            <a:solidFill>
              <a:srgbClr val="4A9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1335024"/>
            <a:ext cx="3986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4A9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RELEASE (Xcode)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81728" y="1563624"/>
            <a:ext cx="3986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Set Bundle ID: com.rubyx.gymtrack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681728" y="1728216"/>
            <a:ext cx="3986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Set version + build number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681728" y="1892808"/>
            <a:ext cx="3986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Product → Archive in Xcode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681728" y="2057400"/>
            <a:ext cx="3986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Validate + Distribute to App Store Connect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681728" y="2221992"/>
            <a:ext cx="3986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Submit for review in App Store Connect portal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65760" y="2880360"/>
            <a:ext cx="4023360" cy="1691640"/>
          </a:xfrm>
          <a:prstGeom prst="roundRect">
            <a:avLst>
              <a:gd name="adj" fmla="val 5405"/>
            </a:avLst>
          </a:prstGeom>
          <a:solidFill>
            <a:srgbClr val="161B28"/>
          </a:solidFill>
          <a:ln w="12700">
            <a:solidFill>
              <a:srgbClr val="52C0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2953512"/>
            <a:ext cx="38039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2C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RELEASE (Gradle)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5488" y="3182112"/>
            <a:ext cx="38039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A3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Create keystore (ONE TIME — keep it safe!)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75488" y="3346704"/>
            <a:ext cx="38039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keytool -genkey -v -keystore gymtrack.keystore \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75488" y="3511296"/>
            <a:ext cx="38039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-alias gymtrack -keyalg RSA -keysize 2048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75488" y="3675888"/>
            <a:ext cx="38039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5488" y="3840480"/>
            <a:ext cx="38039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A3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release AAB (Play Store)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75488" y="4005072"/>
            <a:ext cx="38039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android &amp;&amp; ./gradlew bundleRelease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75488" y="4169664"/>
            <a:ext cx="38039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75488" y="4334256"/>
            <a:ext cx="38039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A3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NEVER commit .keystore to git!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572000" y="2880360"/>
            <a:ext cx="4206240" cy="1691640"/>
          </a:xfrm>
          <a:prstGeom prst="roundRect">
            <a:avLst>
              <a:gd name="adj" fmla="val 5405"/>
            </a:avLst>
          </a:prstGeom>
          <a:solidFill>
            <a:srgbClr val="161B28"/>
          </a:solidFill>
          <a:ln w="12700">
            <a:solidFill>
              <a:srgbClr val="E8C0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2953512"/>
            <a:ext cx="3986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8C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ANDROID SIGNING CONFIG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681728" y="3182112"/>
            <a:ext cx="3986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A33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android/app/build.gradle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4681728" y="3346704"/>
            <a:ext cx="3986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signingConfigs {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681728" y="3511296"/>
            <a:ext cx="3986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release {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681728" y="3675888"/>
            <a:ext cx="3986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storeFile file('gymtrack.keystore')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681728" y="3840480"/>
            <a:ext cx="3986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storePassword MYSTORE_PASSWORD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681728" y="4005072"/>
            <a:ext cx="3986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keyAlias 'gymtrack'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681728" y="4169664"/>
            <a:ext cx="3986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keyPassword MY_KEY_PASSWORD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681728" y="4334256"/>
            <a:ext cx="3986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681728" y="4498848"/>
            <a:ext cx="39867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8EA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365760" y="4809744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0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passwords go in ~/.gradle/gradle.properties (Android) or environment variables — never hardcode in build.gradle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GymTrack — System Design (RN CLI)</dc:title>
  <dc:subject>PptxGenJS Presentation</dc:subject>
  <dc:creator>PptxGenJS</dc:creator>
  <cp:lastModifiedBy>PptxGenJS</cp:lastModifiedBy>
  <cp:revision>1</cp:revision>
  <dcterms:created xsi:type="dcterms:W3CDTF">2026-06-21T16:04:22Z</dcterms:created>
  <dcterms:modified xsi:type="dcterms:W3CDTF">2026-06-21T16:04:22Z</dcterms:modified>
</cp:coreProperties>
</file>